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76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115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Laptop Price Prediction using Linear Regression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379833"/>
            <a:ext cx="608980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Machine Learning Project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280190" y="53154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Shlok N. Tilokani | 24030141072 | MBA-IT (DA) | Div A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51744-B27A-F352-C05C-0191DB897FD5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276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&amp; Problem Statement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3031450"/>
            <a:ext cx="3664744" cy="2065734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658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8224" y="3774043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the project goal: Predict laptop prices using machine learning.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031450"/>
            <a:ext cx="3664863" cy="2065734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2658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919782" y="377404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Laptop prices vary due to brand, specifications, and market trends.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323999"/>
            <a:ext cx="7556421" cy="1702832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584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Motivation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8224" y="606659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Motivation: Build a simple yet effective predictive model for price estimation.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87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6336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includes laptop specifications and corresponding prices.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3034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variable: </a:t>
            </a:r>
            <a:r>
              <a:rPr lang="en-US" sz="175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9731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include: brand, processor type, RAM, storage, etc.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6429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split into </a:t>
            </a:r>
            <a:r>
              <a:rPr lang="en-US" sz="1750" b="1" dirty="0">
                <a:solidFill>
                  <a:srgbClr val="D78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training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50" b="1" dirty="0">
                <a:solidFill>
                  <a:srgbClr val="FF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testing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214443"/>
            <a:ext cx="4885015" cy="48850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B531AD-78CE-4C1B-3660-E8F7042229BD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43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3347442"/>
            <a:ext cx="6939082" cy="7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 &amp; EDA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68191" y="4396978"/>
            <a:ext cx="3457218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Steps performed: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8191" y="5158383"/>
            <a:ext cx="21943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91" y="5500807"/>
            <a:ext cx="4218384" cy="3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8191" y="5671423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Selection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68191" y="6163270"/>
            <a:ext cx="421838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selection (X) and target selection (y = Price).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206008" y="5158383"/>
            <a:ext cx="21943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008" y="5500807"/>
            <a:ext cx="4218384" cy="30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06008" y="5671423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Encoding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5206008" y="6163270"/>
            <a:ext cx="421838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categorical columns using one-hot encoding.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9643824" y="5158383"/>
            <a:ext cx="21943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824" y="5521404"/>
            <a:ext cx="4218384" cy="30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43824" y="5671423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Split</a:t>
            </a:r>
            <a:endParaRPr lang="en-US" sz="2250" dirty="0"/>
          </a:p>
        </p:txBody>
      </p:sp>
      <p:sp>
        <p:nvSpPr>
          <p:cNvPr id="16" name="Text 10"/>
          <p:cNvSpPr/>
          <p:nvPr/>
        </p:nvSpPr>
        <p:spPr>
          <a:xfrm>
            <a:off x="9643824" y="6163270"/>
            <a:ext cx="421838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Train-test split performed (80/20 ratio).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68191" y="7277219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 Mention bar charts / heatmaps for EDA insights.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41DF47-7921-C164-EBA5-DA464577729C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564594"/>
            <a:ext cx="5390198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Building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8661" y="1751409"/>
            <a:ext cx="5107781" cy="40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 used: </a:t>
            </a:r>
            <a:r>
              <a:rPr lang="en-US" sz="250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Linear Regression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8661" y="2360890"/>
            <a:ext cx="2695099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Steps: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8661" y="2903101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initialised and trained on training set.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8661" y="3303508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generated on test set.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8661" y="3816906"/>
            <a:ext cx="634603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Rationale: Linear Regression chosen for simplicity and interpretability.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327" y="1777127"/>
            <a:ext cx="6346031" cy="6346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AEAAAE-3576-014A-10BD-426C46202028}"/>
              </a:ext>
            </a:extLst>
          </p:cNvPr>
          <p:cNvSpPr/>
          <p:nvPr/>
        </p:nvSpPr>
        <p:spPr>
          <a:xfrm>
            <a:off x="13919358" y="7620000"/>
            <a:ext cx="595428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6404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Evaluation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3790" y="1515547"/>
            <a:ext cx="3002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Evaluation Metrics: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145506"/>
            <a:ext cx="421528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576M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1619131" y="2867739"/>
            <a:ext cx="256448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Mean Squared Error (MSE)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223379"/>
            <a:ext cx="421528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576,410,115.15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07437" y="2145506"/>
            <a:ext cx="421540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0.70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6273165" y="286773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07437" y="3223379"/>
            <a:ext cx="42154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0.7042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21203" y="2145506"/>
            <a:ext cx="421528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82%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10686812" y="286773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Accuracy (approx)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21203" y="3223379"/>
            <a:ext cx="421528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81.8%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790" y="3715583"/>
            <a:ext cx="492752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 Case Results (sample 5 from test split):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93790" y="4266248"/>
            <a:ext cx="13042821" cy="2774156"/>
          </a:xfrm>
          <a:prstGeom prst="roundRect">
            <a:avLst>
              <a:gd name="adj" fmla="val 24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410" y="4273868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76738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Price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77720" y="4376738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Price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410" y="4733687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36557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33,690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77720" y="4836557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33,809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1410" y="5193506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296376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86,990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77720" y="5296376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72,695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410" y="5653326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756196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39,490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77720" y="5756196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41,486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1410" y="6113145"/>
            <a:ext cx="13027581" cy="459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6216015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63,990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77720" y="6216015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79,625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1410" y="6572964"/>
            <a:ext cx="13027581" cy="459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6675834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134,990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77720" y="6675834"/>
            <a:ext cx="61925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139,333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3790" y="721899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 Include a line graph (actual vs predicted) and a scatter plot (correlation).</a:t>
            </a:r>
            <a:endParaRPr lang="en-US" sz="12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2AAA72-A2C8-1034-0FCF-262ED9E28FF7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3312"/>
            <a:ext cx="72503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Work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044547"/>
            <a:ext cx="350150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80190" y="371796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 provided decent accuracy (~82%).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2306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modelled price prediction with interpretable results.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044547"/>
            <a:ext cx="350150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D783D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Work: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342721" y="371796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advanced models (Random Forest, XGBoost, Neural Nets).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88596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more features (market trends, brand popularity).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69106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as a web application for real-time predictions.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38B2C-EF1B-7B1F-7B34-287D67049E43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0429"/>
            <a:ext cx="7556421" cy="446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0"/>
              </a:lnSpc>
              <a:buNone/>
            </a:pPr>
            <a:r>
              <a:rPr lang="en-US" sz="140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 !!!</a:t>
            </a:r>
            <a:endParaRPr lang="en-US" sz="14050" dirty="0"/>
          </a:p>
        </p:txBody>
      </p:sp>
      <p:sp>
        <p:nvSpPr>
          <p:cNvPr id="4" name="Text 1"/>
          <p:cNvSpPr/>
          <p:nvPr/>
        </p:nvSpPr>
        <p:spPr>
          <a:xfrm>
            <a:off x="6280190" y="6336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FE056-BF0A-3AD6-D6E9-54EB583C42D5}"/>
              </a:ext>
            </a:extLst>
          </p:cNvPr>
          <p:cNvSpPr/>
          <p:nvPr/>
        </p:nvSpPr>
        <p:spPr>
          <a:xfrm>
            <a:off x="12717517" y="7620000"/>
            <a:ext cx="1797269" cy="536028"/>
          </a:xfrm>
          <a:prstGeom prst="rect">
            <a:avLst/>
          </a:prstGeom>
          <a:solidFill>
            <a:srgbClr val="0D0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Office PowerPoint</Application>
  <PresentationFormat>Custom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Petrona Bold</vt:lpstr>
      <vt:lpstr>Arial</vt:lpstr>
      <vt:lpstr>Petrona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SHLOK TILOKANI</cp:lastModifiedBy>
  <cp:revision>3</cp:revision>
  <dcterms:created xsi:type="dcterms:W3CDTF">2025-09-14T12:58:08Z</dcterms:created>
  <dcterms:modified xsi:type="dcterms:W3CDTF">2025-09-14T13:02:20Z</dcterms:modified>
</cp:coreProperties>
</file>